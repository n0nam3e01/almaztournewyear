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lmaz_slide_01_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lmaz_slide_02_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lmaz_slide_03_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lmaz_slide_04_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lmaz_slide_05_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lmaz_slide_06_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lmaz_slide_07_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lmaz_slide_08_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lmaz_slide_09_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lmaz_slide_10_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